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WORKFLOWS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Content Gets Published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New Architecture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+ Storyblok + Vercel + HubSpot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097280" cy="54864"/>
          </a:xfrm>
          <a:prstGeom prst="rect">
            <a:avLst/>
          </a:prstGeom>
          <a:solidFill>
            <a:srgbClr val="FF542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— Internal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LAYERS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Architecture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97480" cy="310896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2697480" cy="54864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 (Astro)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layouts,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tokens, HubSpot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claude.md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Cowork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 → Vercel builds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97480" cy="310896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417320"/>
            <a:ext cx="2697480" cy="54864"/>
          </a:xfrm>
          <a:prstGeom prst="rect">
            <a:avLst/>
          </a:prstGeom>
          <a:solidFill>
            <a:srgbClr val="FF5429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Storyblok (CMS)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posts, case studies,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campaigns, editable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sections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3017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/ Content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5661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→ webhook → rebuild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417320"/>
            <a:ext cx="2697480" cy="310896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417320"/>
            <a:ext cx="2697480" cy="54864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(Host)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55080" y="2011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site, serves it,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redirects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3017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5661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Git push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Storyblok webhook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8046720" cy="36576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Content people never touch Git. Developers never edit blog posts in Storyblok.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Day-to-Day Processes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914400" cy="45720"/>
          </a:xfrm>
          <a:prstGeom prst="rect">
            <a:avLst/>
          </a:prstGeom>
          <a:solidFill>
            <a:srgbClr val="FF542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Creating a campaign page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Creating a blog post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Publishing a press release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Making changes to a page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Campaign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7680960" cy="27432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194560"/>
            <a:ext cx="256032" cy="25603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Audience, goal,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message, CTA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57400" y="2194560"/>
            <a:ext cx="256032" cy="25603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form, 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copy 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2194560"/>
            <a:ext cx="256032" cy="25603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Storyblok Entry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fields using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Page type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194560"/>
            <a:ext cx="256032" cy="25603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editor preview,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review link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2194560"/>
            <a:ext cx="256032" cy="25603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publish 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~60 seconds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43800" y="2194560"/>
            <a:ext cx="256032" cy="256032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1" name="Text 29"/>
          <p:cNvSpPr/>
          <p:nvPr/>
        </p:nvSpPr>
        <p:spPr>
          <a:xfrm>
            <a:off x="754380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form, check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GTM, share URL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4023360"/>
            <a:ext cx="54864" cy="7315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37" name="Text 35"/>
          <p:cNvSpPr/>
          <p:nvPr/>
        </p:nvSpPr>
        <p:spPr>
          <a:xfrm>
            <a:off x="1005840" y="4023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needed only for new section types or custom tracking. Marketing owns the entire publish flow.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Blog Post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74320" cy="27432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3533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Docs, Notion, or Cowork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274320" cy="27432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1901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2103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+ inline images to Storyblok assets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274320" cy="27432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4505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entry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6517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fields: title, slug, author, body, SEO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274320" cy="27432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9992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preview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2004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editor + visual preview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274320" cy="27432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547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7490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preview link for accuracy check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114800"/>
            <a:ext cx="274320" cy="27432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4096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or schedule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4297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or future date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1371600"/>
            <a:ext cx="3657600" cy="54864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Process Applies To: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2212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/resources/case-studies/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23957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challenge, solution, results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29900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/resources/knowledge-base/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03520" y="31729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difficulty, related articles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3566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/ Press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37673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6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/resources/news/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39502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format, often external links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 Press Release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840480" cy="54864"/>
          </a:xfrm>
          <a:prstGeom prst="rect">
            <a:avLst/>
          </a:prstGeom>
          <a:solidFill>
            <a:srgbClr val="D7411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External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Draft and get legal sign-off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Coordinate embargo timing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Distribute via wire service / partner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Brief sales team if commercially relevant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17320"/>
            <a:ext cx="3840480" cy="54864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CMS Publish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Upload hero image + assets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entry in Storyblok (paste copy)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Schedule publish to match embargo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Verify live URL + OG tags for sharing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5196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206240"/>
            <a:ext cx="54864" cy="64008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Content is finalized before anyone touches Storyblok. The CMS step is mechanical.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Changes to a Page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change live?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60320" y="1554480"/>
            <a:ext cx="4023360" cy="54864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15544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change to CONTENT?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2651760" cy="228600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68880"/>
            <a:ext cx="2651760" cy="54864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A: Content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Storyblok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typo, swap an image,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CTA, edit metadata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live: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 minutes to live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2468880"/>
            <a:ext cx="2651760" cy="228600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2468880"/>
            <a:ext cx="2651760" cy="54864"/>
          </a:xfrm>
          <a:prstGeom prst="rect">
            <a:avLst/>
          </a:prstGeom>
          <a:solidFill>
            <a:srgbClr val="FF5429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B: Structure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Structural / Design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section type, change header,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design tokens, new component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live: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min – few hours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4389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Cowork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468880"/>
            <a:ext cx="2651760" cy="228600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468880"/>
            <a:ext cx="2651760" cy="54864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C: Tracking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Integration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2004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GTM event, HubSpot form,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category, tracking params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977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live: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1–2 hours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4389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+ Marketing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9601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/ Content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508760"/>
            <a:ext cx="18288" cy="68580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54680" y="1600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Storyblok visual editor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(tags)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508760"/>
            <a:ext cx="18288" cy="68580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1417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0644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content: blog posts, case studies,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campaigns, page edits, forms,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workflows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14600"/>
            <a:ext cx="54864" cy="960120"/>
          </a:xfrm>
          <a:prstGeom prst="rect">
            <a:avLst/>
          </a:prstGeom>
          <a:solidFill>
            <a:srgbClr val="FF542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Cowork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2651760"/>
            <a:ext cx="18288" cy="68580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2560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(VS Code / Cowork)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CLI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dashboard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2651760"/>
            <a:ext cx="18288" cy="68580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0644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code: components, layouts, design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integrations, build 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657600"/>
            <a:ext cx="54864" cy="960120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26080" y="3794760"/>
            <a:ext cx="18288" cy="68580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26" name="Text 24"/>
          <p:cNvSpPr/>
          <p:nvPr/>
        </p:nvSpPr>
        <p:spPr>
          <a:xfrm>
            <a:off x="3154680" y="37033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5468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preview URLs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debug mode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794760"/>
            <a:ext cx="18288" cy="685800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29" name="Text 27"/>
          <p:cNvSpPr/>
          <p:nvPr/>
        </p:nvSpPr>
        <p:spPr>
          <a:xfrm>
            <a:off x="5806440" y="3703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06440" y="3886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and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Claude Cowork Fits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operates in the Git layer. It reads and writes code — it cannot interact with Storyblok, HubSpot, or GTM directly.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743200" cy="301752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2743200" cy="54864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Can 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 and edit Astro components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Update design tokens and CSS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16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 page templates and layouts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255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Write integration code (HubSpot, GTM)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Run build checks and fix errors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 content drafts for Storyblok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270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redirects and config files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737360"/>
            <a:ext cx="2743200" cy="301752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737360"/>
            <a:ext cx="2743200" cy="54864"/>
          </a:xfrm>
          <a:prstGeom prst="rect">
            <a:avLst/>
          </a:prstGeom>
          <a:solidFill>
            <a:srgbClr val="D7411B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Cannot 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240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Publish content in Storyblok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578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Configure HubSpot forms or workflows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Set up GTM tags or triggers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3255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Deploy to Vercel (push triggers this)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74720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Upload images to the CMS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3931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Edit live page content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42702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Access external dashboards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1737360"/>
            <a:ext cx="2743200" cy="301752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737360"/>
            <a:ext cx="2743200" cy="54864"/>
          </a:xfrm>
          <a:prstGeom prst="rect">
            <a:avLst/>
          </a:prstGeom>
          <a:solidFill>
            <a:srgbClr val="1F1F3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For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22402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Scaffold new page types fast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578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Batch-update design tokens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29169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Write and test tracking snippets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255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reusable component library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593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Compress developer time 40–60%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931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Draft content as Markdown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(paste into Storyblok manually)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5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STORYBLOK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Storyblok Can and Can't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840480" cy="54864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 needed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Create, edit, publish any existing page 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and manage images (auto-optimized)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688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Schedule future publishes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072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Revert to previous content versions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pages as starting points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Edit SEO metadata (title, description, OG)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224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A/B test content variants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71600"/>
            <a:ext cx="3840480" cy="54864"/>
          </a:xfrm>
          <a:prstGeom prst="rect">
            <a:avLst/>
          </a:prstGeom>
          <a:solidFill>
            <a:srgbClr val="D7411B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developer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920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 a new page type or template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Create new interactive components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688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Change navigation 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072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Modify design tokens (colors, fonts)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 or change tracking events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840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Set up redirects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4224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Change build / deployment config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it. Ship it. Iterate.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914400" cy="45720"/>
          </a:xfrm>
          <a:prstGeom prst="rect">
            <a:avLst/>
          </a:prstGeom>
          <a:solidFill>
            <a:srgbClr val="FF542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Provision Storyblok space and Vercel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Build Astro scaffold with shared components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Define content types in Storyblok (Campaign, Blog, News, Case Study)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Migrate first 5 pages as proof of workflow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samotics.com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Workflows — New Architecture</dc:title>
  <dc:subject>PptxGenJS Presentation</dc:subject>
  <dc:creator>Samotics</dc:creator>
  <cp:lastModifiedBy>Samotics</cp:lastModifiedBy>
  <cp:revision>1</cp:revision>
  <dcterms:created xsi:type="dcterms:W3CDTF">2026-03-10T21:22:40Z</dcterms:created>
  <dcterms:modified xsi:type="dcterms:W3CDTF">2026-03-10T21:22:40Z</dcterms:modified>
</cp:coreProperties>
</file>