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video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schematic sketches per scene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 script + visual description + sketch placeholder for each 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0"/>
            <a:ext cx="731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· February 2026 ·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INVENTORY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visual elements across 11 scenes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ELEMENTS TO SKETCH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landscape, MCC cabinet (exterior + interior), power cable, global map, plant-level 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Submersible pump, motor in Ex zone, remote fan — each in 2 states (grey/unmonitored + lit/live)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barrier, ATEX zone barrier, physical wall / distance, vibration sensor, red 'X' block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SAM4 HARDWARE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SAM4 device in MCC, current clamps, clock icon (&lt;30 min), three check marks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+ I sine waves (clean + modulated), motor cross-section, bearing fault indicator, FFT animation, frequency spectrum with fault peak, baseline overlay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&amp;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 → cloud flow, data stream lines, zoom sequence (1 MCC → plant → globe)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detection engine (pattern matching — NOT a brain), anomaly flag, reliability engineer at desk, connecting arrow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&amp;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report card (4 fields), work order icon, two parallel timelines (green/red), SAM4 logo, tagline, stats strip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51960"/>
            <a:ext cx="54864" cy="5029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elements reuse across scenes: the three assets appear in Scenes 1, 2, and 11. The MCC appears in Scenes 3, 4, and 7. Waveforms in 5 and 6. Design once, reuse.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blind spot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0–8s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critical assets operate where people cannot easily go.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Submerged. Hazardous. Remote.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physical access, they remain unmonitored.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industrial landscape — panoramic, muted palette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asset silhouettes: submersible pump, motor in Ex zone, remote fan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fade to grey → 'NO DATA' label appears on each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WIDE SHOT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[Industrial skyline across full width]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[Pump]          [Motor]          [Fan]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underwater      Ex zone          remote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fade to grey → 'NO DATA' on each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Industrial landscape / skyline silhouette   ·   2. Submersible pump icon (underwater)   ·   3. Motor in ATEX zone (hazard markings)   ·   4. Remote fan (distant / isolated)   ·   5. 'NO DATA' label overlay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of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monitoring stops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8–16s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 depends on sensors mounted on the machine.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machine cannot be reached, continuous data does not exist.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place vibration sensor on asset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by: water, ATEX barrier, physical wall / distance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'X' or barrier animation for each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SHOT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[Sensor] --x--&gt; [Pump]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WATER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[Sensor] --x--&gt; [Motor]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ATEX ZONE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[Sensor] --x--&gt; [Fan]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DISTANCE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Vibration sensor (handheld / stick-on)   ·   2. Water barrier icon   ·   3. ATEX zone barrier / hazard symbol   ·   4. Physical wall / distance barrier   ·   5. Red 'X' or block icon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of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shift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16–26s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changes the measurement point.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asset — in the Motor Control Cabinet.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electrical power is already available.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travels along power cable from asset → MCC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cabinet door opens — SAM4 hardware visible inside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signal visualised flowing through cable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 SHOT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[Asset] ====cable====&gt; [MCC]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|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camera follows       |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along cable          v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[Cabinet opens]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[SAM4 inside]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Label: 'Installed in the MCC'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Power cable (running from asset to MCC)   ·   2. MCC cabinet exterior (door opening)   ·   3. SAM4 hardware inside MCC (close-up)   ·   4. Electrical signal flow animation (along cable)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 of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Cabinet-based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26–32s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happens once, in the MCC.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sensors on the machine.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modifications to the process.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installation — current clamps in cabinet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keeps running undisturbed in background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'&lt;30 min' + three check marks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CLOSE-UP + BACKGROUND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Foreground:           Background: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[Hands installing     [Asset running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clamps in MCC]        undisturbed]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Bottom overlay: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[Clock: &lt;30 min]  [✓] [✓] [✓]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No   No   No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shut  sen  cab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down  sors ling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Current clamps being installed (hands in cabinet)   ·   2. Running asset in background (motion blur)   ·   3. Clock icon with '&lt;30 min'   ·   4. Check marks: No shutdown / No sensors / No cabling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 of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SAM4 measures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32–44s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rotating system leaves a signature in its electrical signal.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and current reflect the behaviour of the motor, the driven equipment, and the process.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becomes the sensor.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+ current sine waves — clean, normal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cross-section: bearing, coupling, load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fault → waveform becomes modulated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VIEW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Top half: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[~~~~ clean V wave ~~~~]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[~~~~ clean I wave ~~~~]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Bottom half: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[Motor cross-section]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bearing — coupling — load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Fault appears in bearing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Waveform distorts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Label: 'The motor becomes the sensor'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Voltage sine wave (clean)   ·   2. Current sine wave (clean)   ·   3. Motor cross-section (bearing, coupling, load)   ·   4. Developing fault indicator in bearing   ·   5. Modulated / distorted waveform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 of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physics — credibility moment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44–56s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mechanical conditions change, they create distinct patterns in the electrical waveform.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appear as specific frequencies, long before a failure becomes visible.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waveform transforms into frequency spectrum (FFT)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frequency peak appears and grows — highlighted in orange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baseline vs. developing fault colour-coded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'months before failure'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 SEQUENCE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Step 1:  [~~~ time-domain waveform ~~~]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|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v  FFT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Step 2:  [frequency spectrum plot]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    /\  ← fault peak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|___/  \____ (orange)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|____________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freq →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Bottom: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[detect]---months---[failure]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early warning window 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FFT transformation animation (time → frequency domain)   ·   2. Frequency spectrum plot with fault peak (orange)   ·   3. Normal baseline overlay (for comparison)   ·   4. Timeline bar: detection ← months → failure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 of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at scale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56–66s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monitors continuously.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one asset, one plant, or an entire fleet.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automatically to the analytics engine.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flows: single MCC → cloud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out: multiple MCCs across one plant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out: multiple plants on global map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ZOOM-OUT SEQUENCE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Frame 1:  [MCC] -----&gt; [Cloud]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Frame 2:  [MCC][MCC][MCC] ---&gt; [Cloud]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\_____ plant _____/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Frame 3:       [Globe]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  .    .   .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NL  UAE  US  AU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all connected to cloud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Label: '24/7 continuous monitoring'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Single MCC → cloud data flow   ·   2. Plant-level view (multiple MCCs)   ·   3. Global map with multiple plants   ·   4. Data stream lines connecting all points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 of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+ reliability expertise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66–82s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detect developing faults.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reliability engineers validate and diagnose them.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in-house ESA expertise required.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Automated detection engine — algorithm, pattern matching, anomaly flag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Samotics reliability engineer reviewing diagnosis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connecting both → combined output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FRAME (horizontal)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┌─────────────────────────┐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AI DETECTION ENGINE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[patterns] [anomaly!]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├─────────────────────────┤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RELIABILITY ENGINEER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[person at desk]   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reviewing + validating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└────────┬────────────────┘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↓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[Combined output]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Reveal: top first, then bottom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detection engine visual (pattern matching — NOT a brain)   ·   2. Anomaly flag icon   ·   3. Reliability engineer at desk (reviewing)   ·   4. Arrow: AI layer → engineer layer → output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8 of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that matters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82–98s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receive raw data.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clear diagnosis.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type. Severity. Time to functional failure.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recommended action.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notification / report — NOT a dashboard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fields appear sequentially: Fault → Severity → Time → Action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structured — like a maintenance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CLOSE-UP ON REPORT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┌────────────────────────────┐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DIAGNOSTIC REPORT     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               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Fault:    [bearing wear]  │  ← appears 1st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Severity: [■■■□□]        │  ← appears 2nd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Time:     [~8 weeks]      │  ← appears 3rd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Action:   [plan replace]  │  ← appears 4th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               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└────────────────────────────┘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NOT a dashboard. A decision.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Structured report / notification card   ·   2. Field: Fault type identified   ·   3. Field: Severity level   ·   4. Field: Time to functional failure   ·   5. Field: Recommended action   ·   6. Work order icon (optional)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9 of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98–112s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time.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plan. Time to schedule.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intervene without disrupting production.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maintenance to planned reliability.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timelines: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(green): detect → plan → fix → running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(red): no detection → failure → emergency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fades out / crosses 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PARALLEL TIMELINES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Path A (green — stays):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[Detect] → [Plan] → [Fix] → [Running ✓]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Path B (red — fades out):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[???] → [FAIL!] → [Emergency] → [Down ✗]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↑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this path fades / crosses out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Label: 'From reactive to planned'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Timeline Path A: detect → plan → fix → running (green)   ·   2. Timeline Path B: ??? → fail → emergency stop (red)   ·   3. Path B fade-out / strikethrough animation   ·   4. 'From reactive to planned' label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10 of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84048" cy="384048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lock — closing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3017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112–120s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E8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that were previously impossible to monitor become continuously visible.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reliability for inaccessible assets.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Scene 1 assets — now lit up with live status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flowing, health indicators active (green)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FRAME: SAM4 logo + tagline + optional stats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868680"/>
            <a:ext cx="0" cy="384048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68680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— SCENE 11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5394960" cy="2423160"/>
          </a:xfrm>
          <a:prstGeom prst="rect">
            <a:avLst/>
          </a:prstGeom>
          <a:solidFill>
            <a:srgbClr val="F8F5F2"/>
          </a:solidFill>
          <a:ln w="25400">
            <a:solidFill>
              <a:srgbClr val="E8E4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+ END FRAME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[Same landscape as Scene 1]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[Pump ✓]      [Motor ✓]      [Fan ✓]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live status   live status    live status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data flowing  data flowing   data flowing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↓ transition to ↓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┌────────────────────────────┐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SAM4           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Continuous reliability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for inaccessible assets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                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10,000+ | 100+ | Global   │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└────────────────────────────┘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HERE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TO SKETCH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3886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Same 3 assets from Scene 1 — now with colour + live status   ·   2. Health indicator icons (green)   ·   3. SAM4 logo (end frame)   ·   4. Tagline text   ·   5. Optional: stats strip (10,000+ assets / 100+ sites / Global)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11 of 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sketch to animatic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65760" cy="36576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all 45 visual elements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&amp; white, rough composition. Focus on clarity, not style.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sketches into the placeholder frames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dashed boxes on each scene slide with your rough drawings.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Samotics for technical accuracy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004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Scenes 3 (MCC), 5–6 (waveforms/FFT), and 8 (service layer).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animatic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794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animation with VO timing. This is where duration gets locked.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60520"/>
            <a:ext cx="365760" cy="36576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visual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animatic is approved. Samotics brand palette throughout.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SAM4 Explainer Video — Storyboard</dc:title>
  <dc:subject>PptxGenJS Presentation</dc:subject>
  <dc:creator>Samotics</dc:creator>
  <cp:lastModifiedBy>Samotics</cp:lastModifiedBy>
  <cp:revision>1</cp:revision>
  <dcterms:created xsi:type="dcterms:W3CDTF">2026-02-22T06:05:38Z</dcterms:created>
  <dcterms:modified xsi:type="dcterms:W3CDTF">2026-02-22T06:05:38Z</dcterms:modified>
</cp:coreProperties>
</file>