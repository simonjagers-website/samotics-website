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video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with visual cues · 11 scenes · 90–120 seconds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 aligned to animation per 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0"/>
            <a:ext cx="731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 · February 2026 ·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SPECIFICATIONS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874520" cy="91440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1874520" cy="457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motion graphics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1417320"/>
            <a:ext cx="1874520" cy="91440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417320"/>
            <a:ext cx="1874520" cy="457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5544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783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90–120 seconds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1874520" cy="91440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417320"/>
            <a:ext cx="1874520" cy="457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5544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783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· Precise · Authoritative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417320"/>
            <a:ext cx="1874520" cy="91440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417320"/>
            <a:ext cx="1874520" cy="457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5544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1783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buyers, reliability engineers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2606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ARC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926080"/>
            <a:ext cx="1508760" cy="731520"/>
          </a:xfrm>
          <a:prstGeom prst="rect">
            <a:avLst/>
          </a:prstGeom>
          <a:solidFill>
            <a:srgbClr val="D7411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1–2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926080"/>
            <a:ext cx="1508760" cy="7315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3–4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23360" y="2926080"/>
            <a:ext cx="1508760" cy="731520"/>
          </a:xfrm>
          <a:prstGeom prst="rect">
            <a:avLst/>
          </a:prstGeom>
          <a:solidFill>
            <a:srgbClr val="005CBA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5–6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2926080"/>
            <a:ext cx="1508760" cy="73152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7–8–9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2926080"/>
            <a:ext cx="1508760" cy="7315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33375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10–11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3886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 RULES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must feel: Industrial · System-level · Precise.  Not: Playful · Cartoon-like · Abstract AI magic.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motion to explain causality, data flow, and time — not decoration. Samotics brand palette throughout.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1–2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731520" cy="36576"/>
          </a:xfrm>
          <a:prstGeom prst="rect">
            <a:avLst/>
          </a:prstGeom>
          <a:solidFill>
            <a:srgbClr val="FF54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blind spot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0–8s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assets sit inside the reliability blind spot.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critical assets operate where people cannot easily go.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Submerged. Hazardous. Remote.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physical access, they remain unmonitored.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industrial landscape — panoramic, muted palette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asset silhouettes highlighted: submersible pump, motor in Ex zone, remote fan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fade to grey → 'NO DATA' label appears on each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slow zoom out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of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monitoring stops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8–16s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dependency = no continuous insight for hard-to-reach assets.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 depends on sensors mounted on the machine.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machine cannot be reached, continuous data does not exist.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place vibration sensor on asset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blocked by: water (submerged), ATEX zone barrier (hazard), physical wall / distance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'X' or barrier animation for each blocking scenario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focus shifts left → right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follows power cable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of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3–4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731520" cy="36576"/>
          </a:xfrm>
          <a:prstGeom prst="rect">
            <a:avLst/>
          </a:prstGeom>
          <a:solidFill>
            <a:srgbClr val="FF542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shift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16–26s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happens in the MCC, not on the machine.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changes the measurement point.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asset — in the Motor Control Cabinet.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electrical power is already available.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travels along power cable from asset → MCC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cabinet door opens — SAM4 hardware visible inside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signal visualised flowing through cable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in the MCC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shot following cable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into MCC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 of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Cabinet-based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26–32s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minutes. No shutdown. No sensors on the asset.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happens once, in the MCC.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sensors on the machine. No modifications to the process.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installation moment — current clamps in cabinet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keeps running undisturbed in background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icon: '&lt;30 min' / Check marks: No shutdown, No sensors, No cabling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 min · No shutdown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split focus foreground/background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waveform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 of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5–6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731520" cy="36576"/>
          </a:xfrm>
          <a:prstGeom prst="rect">
            <a:avLst/>
          </a:prstGeom>
          <a:solidFill>
            <a:srgbClr val="FF542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SAM4 measures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32–44s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behaviour modulates the electrical signal.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rotating system leaves a signature in its electrical signal.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and current reflect the behaviour of the motor, the driven equipment, and the process.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becomes the sensor.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+ current sine waves appear — clean, normal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cross-section: bearing, coupling, load — mechanical system running normally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developing fault in bearing → waveform becomes modulated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becomes the sensor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view: top waveform, bottom cross-section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transforms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 of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physics — credibility moment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44–56s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detects developing faults from the electrical signal.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mechanical conditions change, they create distinct patterns in the electrical waveform.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appear as specific frequencies, long before a failure becomes visible.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waveform transforms into frequency spectrum (FFT animation)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frequency peak appears and grows — highlighted in orange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Colour-coded: normal baseline vs. developing fault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indicator: 'months before failure'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before failure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data fills frame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outward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 of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7–8–9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731520" cy="36576"/>
          </a:xfrm>
          <a:prstGeom prst="rect">
            <a:avLst/>
          </a:prstGeom>
          <a:solidFill>
            <a:srgbClr val="FF5429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at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56–66s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monitoring. One plant to global fleet.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monitors continuously.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one asset, one plant, or an entire fleet.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automatically to the analytics engine.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flows from single MCC → cloud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out: multiple MCCs across one plant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 further: multiple plants on global map, data stream lines connecting all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continuous monitoring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zoom out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at service layer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7 of 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+ reliability expertise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66–82s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monitoring service — not a tool. AI + human expert.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detect developing faults.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 reliability engineers validate and diagnose them.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in-house ESA expertise required.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LAYER: Automated detection engine — algorithm icons, pattern matching, anomaly flagged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LAYER: Samotics reliability engineer — reviewing and validating diagnosis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connecting both layers → combined output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reveal top then bottom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delivered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8 of 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that matters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82–98s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maintenance decision, not a dashboard.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receive raw data.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clear diagnosis.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type. Severity. Time to functional failure.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recommended action.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dashboard-first visual — structured notification / report format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fields appear sequentially: Fault type → Severity → Time to failure → Recommended action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structured — looks like a maintenance report, not a software UI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| Severity | Time | Action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fields appear sequentially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operations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9 of 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10–11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731520" cy="36576"/>
          </a:xfrm>
          <a:prstGeom prst="rect">
            <a:avLst/>
          </a:prstGeom>
          <a:solidFill>
            <a:srgbClr val="FF5429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98–112s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planned. Weeks or months of planning time.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time.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plan. Time to schedule. Time to intervene without disrupting production.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maintenance to planned reliability.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timelines: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(top): Early detection → planned intervention → asset continues running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(bottom): No detection → emergency failure → unplanned stop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fades out / crosses out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planned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two paths revealed simultaneously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opening →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10 of 11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38912" cy="43891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lock — closing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65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112–120s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47472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960120"/>
            <a:ext cx="813816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097280"/>
            <a:ext cx="8138160" cy="41148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097280"/>
            <a:ext cx="54864" cy="4114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 is closed. SAM4 makes invisible assets visible.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691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that were previously impossible to monitor become continuously visible.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reliability for inaccessible assets.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inaccessible assets from Scene 1 — now lit up, colour, live status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flowing, health indicators active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FRAME: SAM4 logo + tagline + optional stats strip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691640"/>
            <a:ext cx="0" cy="16916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11880"/>
            <a:ext cx="8138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— Continuous reliability for inaccessible assets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31920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to Scene 1, then static end frame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703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11 of 11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VOICE-OVER SCRIPT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script — ≈120 seconds at 150 wpm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[0–8s] The reliability blind spot
Many critical assets operate where people cannot easily go. Submerged. Hazardous. Remote. Without physical access, they remain unmonitored.
[8–16s] Why traditional monitoring stops
Condition monitoring depends on sensors mounted on the machine. When a machine cannot be reached, continuous data does not exist.
[16–26s] The architectural shift
SAM4 changes the measurement point. Not on the asset — in the Motor Control Cabinet. Where electrical power is already available.
[26–32s] Cabinet-based deployment
Installation happens once, in the MCC. No sensors on the machine. No modifications to the process.
[32–44s] What SAM4 measures
Every rotating system leaves a signature in its electrical signal. Voltage and current reflect the behaviour of the motor, the driven equipment, and the process. The motor becomes the sensor.
[44–56s] Fault physics — credibility moment
As mechanical conditions change, they create distinct patterns in the electrical waveform. These patterns appear as specific frequencies, long before a failure becomes visible.
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0" cy="347472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[56–66s] Continuous monitoring at scale
SAM4 monitors continuously. Across one asset, one plant, or an entire fleet. Data flows automatically to the analytics engine.
[66–82s] AI detection + reliability expertise
AI models detect developing faults. Samotics reliability engineers validate and diagnose them. No in-house ESA expertise required.
[82–98s] The output that matters
You do not receive raw data. You receive a clear diagnosis. Fault type. Severity. Time to functional failure. And a recommended action.
[98–112s] Operational impact
This creates time. Time to plan. Time to schedule. Time to intervene without disrupting production. From reactive maintenance to planned reliability.
[112–120s] Category lock — closing
Assets that were previously impossible to monitor become continuously visible.  SAM4. Continuous reliability for inaccessible assets.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guidance: calm, precise, zero hype, quiet authority · ≈150 wpm · Small pauses after key statements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moving to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361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is the only measurement point — no sensors shown on or near the asset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019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→ coupling → driven load relationship physically correct in cross-section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267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modulation direction correct: mechanical fault → electrical signature change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334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spectrum (FFT) shows fault frequency growing — not random noise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includes both AI detection and human reliability engineers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3649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'AI brain' or abstract neural network imagery — show real signal 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307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product name: all caps, no space, no hyphen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0965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spelled out as 'Electrical Signature Analysis' on first mention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4622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banned terms: revolutionary, seamless, cutting-edge, non-invasive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CUT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120s script compresses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640080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9047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Scenes 1 + 2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blind spot and sensor failure into one 10s opening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54864" cy="640080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26771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Scene 5–6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physics explanation — keep the FFT moment, reduce VO by 30%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71800"/>
            <a:ext cx="54864" cy="640080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04495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Scenes 7–9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service layer and output into one block — cut 'what you receive' to two 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749040"/>
            <a:ext cx="54864" cy="640080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8221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Scene 10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operational impact to one sentence: 'From reactive to planned'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structure stays identical: Architecture → Physics → Service → Outcome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SAM4 Explainer Video — Shot List</dc:title>
  <dc:subject>PptxGenJS Presentation</dc:subject>
  <dc:creator>Samotics</dc:creator>
  <cp:lastModifiedBy>Samotics</cp:lastModifiedBy>
  <cp:revision>1</cp:revision>
  <dcterms:created xsi:type="dcterms:W3CDTF">2026-02-22T05:41:10Z</dcterms:created>
  <dcterms:modified xsi:type="dcterms:W3CDTF">2026-02-22T05:41:10Z</dcterms:modified>
</cp:coreProperties>
</file>