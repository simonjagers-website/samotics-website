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PRODUCTION DECK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video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· Visual description · Element sketches per scene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 · 11 scenes · 50 visual elements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526280"/>
            <a:ext cx="7315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· February 2026 ·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blind spot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0–8s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critical assets operate where people cannot easily go. Submerged. Hazardous. Remote. Without physical access, they remain unmonitored.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industrial landscape — panoramic, muted palette. Three asset silhouettes: submersible pump, motor in Ex zone, remote fan. Assets fade to grey → 'NO DATA' label appears on each.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261872" cy="8869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landscape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005840"/>
            <a:ext cx="1261872" cy="8869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62472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Submersible pump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1005840"/>
            <a:ext cx="1261872" cy="8869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61504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 motor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67128"/>
            <a:ext cx="1261872" cy="8869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fan</a:t>
            </a:r>
            <a:endParaRPr lang="en-US" sz="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167128"/>
            <a:ext cx="1261872" cy="8869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62472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DATA' label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of 11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monitoring stops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8–16s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 depends on sensors mounted on the machine. When a machine cannot be reached, continuous data does not exist.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place vibration sensor on asset. Blocked by: water, ATEX barrier, physical wall / distance. Red 'X' or barrier animation for each.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261872" cy="8869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005840"/>
            <a:ext cx="1261872" cy="8869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62472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barrier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1005840"/>
            <a:ext cx="1261872" cy="8869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61504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 barrier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67128"/>
            <a:ext cx="1261872" cy="8869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barrier</a:t>
            </a:r>
            <a:endParaRPr lang="en-US" sz="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167128"/>
            <a:ext cx="1261872" cy="8869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62472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icon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of 11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shift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16–26s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changes the measurement point. Not on the asset — in the Motor Control Cabinet. Where electrical power is already available.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travels along power cable from asset → MCC. MCC cabinet door opens — SAM4 hardware visible inside. Electrical signal visualised flowing through cable.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cable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cabinet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187452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hardware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187452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of 11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Cabinet-based deployment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26–32s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happens once, in the MCC. No sensors on the machine. No modifications to the process.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installation — current clamps in cabinet. Asset keeps running undisturbed in background. Clock '&lt;30 min' + three check marks.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clamps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asset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187452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&lt;30min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187452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Zero-disruption checks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of 11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SAM4 measures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32–44s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rotating system leaves a signature in its electrical signal. Voltage and current reflect the behaviour of the motor, the driven equipment, and the process. The motor becomes the sensor.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+ current sine waves — clean, normal. Motor cross-section: bearing, coupling, load. Developing fault → waveform becomes modulated.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261872" cy="8869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wave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005840"/>
            <a:ext cx="1261872" cy="8869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62472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wave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1005840"/>
            <a:ext cx="1261872" cy="8869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61504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cross-section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67128"/>
            <a:ext cx="1261872" cy="8869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indicator</a:t>
            </a:r>
            <a:endParaRPr lang="en-US" sz="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167128"/>
            <a:ext cx="1261872" cy="8869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62472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Modulated wave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 of 11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physics — credibility moment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44–56s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mechanical conditions change, they create distinct patterns in the electrical waveform. These patterns appear as specific frequencies, long before a failure becomes visible.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waveform transforms into frequency spectrum (FFT). Fault frequency peak appears and grows — highlighted in orange. Normal baseline vs. developing fault colour-coded. Timeline: 'months before failure'.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animation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spectrum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187452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overlay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187452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bar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 of 11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at scale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56–66s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monitors continuously. Across one asset, one plant, or an entire fleet. Data flows automatically to the analytics engine.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flows: single MCC → cloud. Zoom out: multiple MCCs across one plant. Zoom out: multiple plants on global map.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→ cloud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view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187452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map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187452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 of 11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+ reliability expertise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66–82s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detect developing faults. Samotics reliability engineers validate and diagnose them. No in-house ESA expertise required.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Automated detection engine — algorithm, pattern matching, anomaly flag. BOTTOM: Samotics reliability engineer reviewing diagnosis. Arrow connecting both → combined output.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187452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187452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engineer → output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8 of 11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that matters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82–98s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receive raw data. You receive a clear diagnosis. Fault type. Severity. Time to functional failure. And a recommended action.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notification / report — NOT a dashboard. Four fields appear sequentially: Fault → Severity → Time → Action. Clean, structured — like a maintenance report.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3167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3225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report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3167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3225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fields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615184"/>
            <a:ext cx="1874520" cy="13167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9319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9 of 11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98–112s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time. Time to plan. Time to schedule. Time to intervene without disrupting production. From reactive maintenance to planned reliability.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timelines: Path A (green): detect → plan → fix → running. Path B (red): no detection → failure → emergency. Path B fades out / crosses out.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874520" cy="12344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(planned)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1874520" cy="12344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22402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(reactive)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14600"/>
            <a:ext cx="1874520" cy="1234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fade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1874520" cy="12344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7490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10 of 11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lock — closing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274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5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112–120s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" cy="105156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058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that were previously impossible to monitor become continuously visible.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SAM4. Continuous reliability for inaccessible assets.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" cy="100584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Scene 1 assets — now lit up with live status. Data flowing, health indicators active (green). END FRAME: SAM4 logo + tagline + optional stats.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elements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ELEMENTS</a:t>
            </a:r>
            <a:endParaRPr lang="en-US" sz="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1261872" cy="8869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663440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monitored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005840"/>
            <a:ext cx="1261872" cy="8869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62472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icons</a:t>
            </a:r>
            <a:endParaRPr lang="en-US" sz="7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1005840"/>
            <a:ext cx="1261872" cy="8869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61504" y="18928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logo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167128"/>
            <a:ext cx="1261872" cy="8869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63440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167128"/>
            <a:ext cx="1261872" cy="8869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062472" y="3054096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strip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11 of 11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Explainer · Master Deck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SAM4 Explainer Video — Master Production Deck</dc:title>
  <dc:subject>PptxGenJS Presentation</dc:subject>
  <dc:creator>Samotics</dc:creator>
  <cp:lastModifiedBy>Samotics</cp:lastModifiedBy>
  <cp:revision>1</cp:revision>
  <dcterms:created xsi:type="dcterms:W3CDTF">2026-02-22T06:34:28Z</dcterms:created>
  <dcterms:modified xsi:type="dcterms:W3CDTF">2026-02-22T06:34:28Z</dcterms:modified>
</cp:coreProperties>
</file>