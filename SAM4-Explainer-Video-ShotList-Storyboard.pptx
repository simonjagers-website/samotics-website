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EXPLAINER VIDEO PRODUCTION 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— Shot List &amp; Storyboard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motion explainer · 90–120 seconds · Industrial tone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designer briefing — visual cues, voice-over alignment, rough storyboard frames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A2A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617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· February 2026 ·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SPECIFICATIONS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874520" cy="100584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motion graphics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88920" y="1554480"/>
            <a:ext cx="1874520" cy="100584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55448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seconds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1874520" cy="100584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5448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precise, authoritative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03720" y="1554480"/>
            <a:ext cx="1874520" cy="1005840"/>
          </a:xfrm>
          <a:prstGeom prst="rect">
            <a:avLst/>
          </a:prstGeom>
          <a:solidFill>
            <a:srgbClr val="F8F5F2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554480"/>
            <a:ext cx="1874520" cy="4572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6916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40880" y="19202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buyers &amp; reliability engineers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2880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LANGUAGE RULES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animation must feel: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34640" y="32461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· System-level · Precise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630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Playful · Cartoon-like · Abstract AI magic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0142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motion to explain: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34640" y="4014216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Causality · Data flow · Time — not decoration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43982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834640" y="439826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Samotics brand — Space Cadet, Orange accent, clean whites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scenes · 120 seconds · cuttable to 90s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38100">
            <a:solidFill>
              <a:srgbClr val="E8E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508760"/>
            <a:ext cx="182880" cy="182880"/>
          </a:xfrm>
          <a:prstGeom prst="ellipse">
            <a:avLst/>
          </a:prstGeom>
          <a:solidFill>
            <a:srgbClr val="D741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1–2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1508760"/>
            <a:ext cx="182880" cy="182880"/>
          </a:xfrm>
          <a:prstGeom prst="ellipse">
            <a:avLst/>
          </a:prstGeom>
          <a:solidFill>
            <a:srgbClr val="006C6C"/>
          </a:solidFill>
          <a:ln/>
        </p:spPr>
      </p:sp>
      <p:sp>
        <p:nvSpPr>
          <p:cNvPr id="9" name="Text 7"/>
          <p:cNvSpPr/>
          <p:nvPr/>
        </p:nvSpPr>
        <p:spPr>
          <a:xfrm>
            <a:off x="2304288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04288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3–4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25696" y="1508760"/>
            <a:ext cx="182880" cy="182880"/>
          </a:xfrm>
          <a:prstGeom prst="ellipse">
            <a:avLst/>
          </a:prstGeom>
          <a:solidFill>
            <a:srgbClr val="005CBA"/>
          </a:solidFill>
          <a:ln/>
        </p:spPr>
      </p:sp>
      <p:sp>
        <p:nvSpPr>
          <p:cNvPr id="12" name="Text 10"/>
          <p:cNvSpPr/>
          <p:nvPr/>
        </p:nvSpPr>
        <p:spPr>
          <a:xfrm>
            <a:off x="3877056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5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77056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5–6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98464" y="1508760"/>
            <a:ext cx="182880" cy="182880"/>
          </a:xfrm>
          <a:prstGeom prst="ellipse">
            <a:avLst/>
          </a:prstGeom>
          <a:solidFill>
            <a:srgbClr val="1F1F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49824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49824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7–9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71232" y="1508760"/>
            <a:ext cx="182880" cy="182880"/>
          </a:xfrm>
          <a:prstGeom prst="ellipse">
            <a:avLst/>
          </a:prstGeom>
          <a:solidFill>
            <a:srgbClr val="006C6C"/>
          </a:solidFill>
          <a:ln/>
        </p:spPr>
      </p:sp>
      <p:sp>
        <p:nvSpPr>
          <p:cNvPr id="18" name="Text 16"/>
          <p:cNvSpPr/>
          <p:nvPr/>
        </p:nvSpPr>
        <p:spPr>
          <a:xfrm>
            <a:off x="7022592" y="1097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06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22592" y="1783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10–11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731520"/>
                <a:gridCol w="5120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3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reliability blind spot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assets sit inside the reliability blind spot.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traditional monitoring stops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dependency = no continuous insight for hard-to-reach assets.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architectural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16–26s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happens in the MCC, not on the machine.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Cabinet-based deployment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26–32s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in minutes. No shutdown. No sensors on the asset.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SAM4 measures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32–44s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Mechanical behaviour modulates the electrical signal.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 physics — the credibility moment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44–56s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ESA detects developing faults from the electrical signal.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 at scale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56–66s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Always-on monitoring. One plant to global fleet.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detection + reliability expertise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66–82s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is a monitoring service — not a tool. AI + human expert.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output that matters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82–98s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get a maintenance decision, not a dashboard.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98–112s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reactive to planned. Weeks or months of planning time.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lock — closing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6B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112–120s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blind spot is closed. SAM4 makes invisible assets visible.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blind spot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0–8s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assets sit inside the reliability blind spot.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critical assets operate where people cannot easily go.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Submerged. Hazardous. Remote.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physical access, they remain unmonitored.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industrial landscape — panoramic, muted palette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asset silhouettes highlighted: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Submersible pump (underground/water)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Motor in Ex zone (hazard markings)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Remote fan (distant location)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fade to grey → 'NO DATA' label appears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WIDE SHOT: Industrial skyline silhouette.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asset icons highlighted, then fade to grey.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 overlay: 'No data'.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slow zoom out.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palette. Assets fade to grey to signal 'invisible'.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 of 11  ·  0–8s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monitoring stops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8–16s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dependency = no continuous insight for hard-to-reach assets.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monitoring depends on sensors mounted on the machine.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machine cannot be reached, continuous data does not exist.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to place vibration sensor on asset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blocked by: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Water (submerged pump)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ATEX zone barrier (hazard)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Physical wall / distance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'X' or barrier animation for each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SHOT: Hand/tool trying to reach asset.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blocking icons appear sequentially.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shows sensor placement failing.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focus shifts left→right.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follows power cable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Red/amber barriers. Emphasise physical impossibility.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2 of 11  ·  8–16s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shift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16–26s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happens in the MCC, not on the machine.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changes the measurement point.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the asset — in the Motor Control Cabinet.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electrical power is already available.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travels along power cable from asset → MCC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cabinet door opens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hardware visible inside — clean, precise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signal visualised flowing through cable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 text: 'Installed in the MCC'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3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TRACKING SHOT: Follow cable from asset to MCC.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Cabinet opens to reveal SAM4 inside.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shows direction of camera travel.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'Installed in the MCC'.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MCC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follows cable — the key visual metaphor. Show the shift.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3 of 11  ·  16–26s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Cabinet-based deployment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26–32s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minutes. No shutdown. No sensors on the asset.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happens once, in the MCC.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sensors on the machine. No modifications to the process.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installation moment — current clamps in cabinet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keeps running undisturbed in background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icon: '&lt;30 min'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marks: No shutdown / No sensors / No cabling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CLOSE-UP: Hands installing clamps in MCC.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asset running (motion blur).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'&lt;30 min' timer + 3 check marks.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split focus.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to waveform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simplicity. Clock + checks. Asset undisturbed.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4 of 11  ·  26–32s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SAM4 measures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32–44s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behaviour modulates the electrical signal.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rotating system leaves a signature in its electrical signal.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and current reflect the behaviour of the motor, the driven equipment, and the process.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motor becomes the sensor.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+ current sine waves appear — clean, normal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cross-section diagram: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Mechanical system (bearing, coupling, load)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Normal state: clean waveform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developing fault in bearing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becomes modulated — visible change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On-screen: 'The motor becomes the sensor'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5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VIEW: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 Clean sine waves (V + I).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Bottom: Motor cross-section with drivetrain.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 appears → waveform distorts.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'The motor becomes the sensor'.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transforms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accuracy. Waveform modulation must be physically correct.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5 of 11  ·  32–44s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physics — the credibility moment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44–56s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detects developing faults from the electrical signal.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mechanical conditions change, they create distinct patterns in the electrical waveform.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patterns appear as specific frequencies, long before a failure becomes visible.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Time-domain waveform transforms into frequency spectrum (FFT)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frequency peak appears and grows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Colour-coded: normal baseline vs. developing fault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indicator: 'months before failure'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but readable — the engineer validation moment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Waveform → FFT → spectrum plot.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 peak highlighted in orange.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 bar: detection ← months → failure.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data fills frame.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outward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engineer's 'aha' moment. FFT must look real.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6 of 11  ·  44–56s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at scale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56–66s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monitoring. One plant to global fleet.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monitors continuously.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one asset, one plant, or an entire fleet.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automatically to the analytics engine.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flows from single MCC → cloud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out: multiple MCCs across one plant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out further: multiple plants, global map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stream lines connecting all points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On-screen: '24/7 continuous monitoring'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7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ZOOM-OUT SEQUENCE: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MCC → 1 plant → multiple plants → globe.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stream lines connecting all.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'24/7 continuous monitoring'.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progressive zoom out.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at service layer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progression. Data flows outward. Industrial, not abstract.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7 of 11  ·  56–66s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+ reliability expertise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66–82s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monitoring service — not a tool. AI + human expert.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 detect developing faults.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Samotics reliability engineers validate and diagnose them.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in-house ESA expertise required.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two layers: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LAYER: Automated detection engine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Algorithm icons, pattern matching visual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Anomaly flagged automatically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LAYER: Samotics reliability engineer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Expert reviewing diagnosis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Validating, contextualising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connecting both layers to output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 FRAME (top/bottom):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 AI engine — data patterns, anomaly flag.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Bottom: Engineer at desk reviewing diagnosis.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Arrow from both → combined output.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reveal top then bottom.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delivered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layers. Human + AI. Neither alone.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8 of 11  ·  66–82s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that matters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82–98s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maintenance decision, not a dashboard.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receive raw data.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clear diagnosis.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type. Severity. Time to functional failure.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recommended action.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dashboard-first visual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workflow / notification view: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Fault type identified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Severity level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Estimated time to functional failure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Recommended action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Planned work order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— like a maintenance report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CLOSE-UP: Structured notification/report.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fields stacked vertically: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Fault | Severity | Time | Action.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 dashboard — a decision.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Camera: static, fields appear sequentially.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on operations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dashboard. Structured like a maintenance report.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9 of 11  ·  82–98s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98–112s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planned. Weeks or months of planning time.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creates time.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plan. Time to schedule. Time to intervene without disrupting production.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maintenance to planned reliability.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visualisation: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(top): Early detection → planned intervention → asset continues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(bottom): No detection → emergency failure → unplanned stop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 fades out / crosses out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On-screen: 'From reactive to planned'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10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 TIMELINES (parallel):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 (green): Detect → Plan → Fix → Running.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 (red): ??? → FAIL → Emergency.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 path fades/crosses out.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'From reactive to planned'.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opening 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paths, one wins. Emotional contrast. Planning time = value.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10 of 11  ·  98–112s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457200" cy="457200"/>
          </a:xfrm>
          <a:prstGeom prst="ellipse">
            <a:avLst/>
          </a:prstGeom>
          <a:solidFill>
            <a:srgbClr val="FF542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lock — closing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112–120s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320040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188720"/>
            <a:ext cx="4206240" cy="457200"/>
          </a:xfrm>
          <a:prstGeom prst="rect">
            <a:avLst/>
          </a:prstGeom>
          <a:solidFill>
            <a:srgbClr val="F8F5F2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1188720"/>
            <a:ext cx="54864" cy="457200"/>
          </a:xfrm>
          <a:prstGeom prst="rect">
            <a:avLst/>
          </a:prstGeom>
          <a:solidFill>
            <a:srgbClr val="006C6C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188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spot is closed. SAM4 makes invisible assets visible.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VOICE-OVER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48640" y="1965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that were previously impossible to monitor become continuously visible.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reliability for inaccessible assets.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926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DESCRIPTION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inaccessible assets from Scene 1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assets now 'visible' — lit up, colour, live status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flowing, health indicators green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FRAME: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SAM4 logo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'Continuous reliability for inaccessible assets.'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supers: 10,000+ assets | 100+ sites | Global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120640" y="1188720"/>
            <a:ext cx="356616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4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9601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FRAME 11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303520" y="128016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CALLBACK to Scene 1: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assets, now lit with live status.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frame: SAM4 logo centred.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Tagline below.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 stats strip at bottom.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206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400800" y="338328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657600"/>
            <a:ext cx="3566160" cy="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120640" y="374904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NOTE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20640" y="39319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to Scene 1. Same assets, now alive. Bookend structure.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11 of 11  ·  112–120s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98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ACCURACY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moving to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819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is the only measurement point — no sensors shown on or near the asset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47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→ coupling → driven load relationship is physically correct in cross-section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3134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modulation direction correct: mechanical fault → electrical signature change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79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spectrum (FFT) shows fault frequency growing — not random noise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044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includes both AI detection and human reliability engineers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1071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'AI brain' or abstract neural network imagery — show real signal 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79476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764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SAM4 product name: all caps, no space, no hyphen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142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spelled out as 'Electrical Signature Analysis' on first mention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526280"/>
            <a:ext cx="182880" cy="182880"/>
          </a:xfrm>
          <a:prstGeom prst="rect">
            <a:avLst/>
          </a:prstGeom>
          <a:noFill/>
          <a:ln w="25400">
            <a:solidFill>
              <a:srgbClr val="FF542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5079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banned terms: revolutionary, seamless, cutting-edge, non-invasive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VOICE-OVER 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script — ≈120 seconds at 150 wpm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931920" cy="3749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[0–8s] The reliability blind spot
Many critical assets operate where people cannot easily go. Submerged. Hazardous. Remote. Without physical access, they remain unmonitored.
[8–16s] Why traditional monitoring stops
Condition monitoring depends on sensors mounted on the machine. When a machine cannot be reached, continuous data does not exist.
[16–26s] The architectural shift
SAM4 changes the measurement point. Not on the asset — in the Motor Control Cabinet. Where electrical power is already available.
[26–32s] Cabinet-based deployment
Installation happens once, in the MCC. No sensors on the machine. No modifications to the process.
[32–44s] What SAM4 measures
Every rotating system leaves a signature in its electrical signal. Voltage and current reflect the behaviour of the motor, the driven equipment, and the process. The motor becomes the sensor.
[44–56s] Fault physics — the credibility moment
As mechanical conditions change, they create distinct patterns in the electrical waveform. These patterns appear as specific frequencies, long before a failure becomes visible.
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663440" y="1188720"/>
            <a:ext cx="0" cy="3749040"/>
          </a:xfrm>
          <a:prstGeom prst="line">
            <a:avLst/>
          </a:prstGeom>
          <a:noFill/>
          <a:ln w="12700">
            <a:solidFill>
              <a:srgbClr val="E8E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188720"/>
            <a:ext cx="3931920" cy="37490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[56–66s] Continuous monitoring at scale
SAM4 monitors continuously. Across one asset, one plant, or an entire fleet. Data flows automatically to the analytics engine.
[66–82s] AI detection + reliability expertise
AI models detect developing faults. Samotics reliability engineers validate and diagnose them. No in-house ESA expertise required.
[82–98s] The output that matters
You do not receive raw data. You receive a clear diagnosis. Fault type. Severity. Time to functional failure. And a recommended action.
[98–112s] Operational impact
This creates time. Time to plan. Time to schedule. Time to intervene without disrupting production. From reactive maintenance to planned reliability.
[112–120s] Category lock — closing
Assets that were previously impossible to monitor become continuously visible.  SAM4. Continuous reliability for inaccessible assets.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4663440"/>
            <a:ext cx="8229600" cy="9144"/>
          </a:xfrm>
          <a:prstGeom prst="rect">
            <a:avLst/>
          </a:prstGeom>
          <a:solidFill>
            <a:srgbClr val="E8E4E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Recording: calm, precise, zero hype, quiet authority · 150 wpm · Small pauses after key statements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74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designer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11480" cy="411480"/>
          </a:xfrm>
          <a:prstGeom prst="ellipse">
            <a:avLst/>
          </a:prstGeom>
          <a:solidFill>
            <a:srgbClr val="1F1F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shot list with timing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0756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this version. Lock scene durations.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1F1F3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&amp; white storyboard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072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styling yet. Composition, motion direction, labels.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411480" cy="411480"/>
          </a:xfrm>
          <a:prstGeom prst="ellipse">
            <a:avLst/>
          </a:prstGeom>
          <a:solidFill>
            <a:srgbClr val="1F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Animatic (low fidelity)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53872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timing gets locked. VO aligned to frames.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411480" cy="411480"/>
          </a:xfrm>
          <a:prstGeom prst="ellipse">
            <a:avLst/>
          </a:prstGeom>
          <a:solidFill>
            <a:srgbClr val="1F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0233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design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27024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steps 1–3 are approved. Apply Samotics brand.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023360"/>
            <a:ext cx="54864" cy="640080"/>
          </a:xfrm>
          <a:prstGeom prst="rect">
            <a:avLst/>
          </a:prstGeom>
          <a:solidFill>
            <a:srgbClr val="FF5429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explainer supports: Homepage 'How it works', sales meetings, trade show loops, and technical validation (e.g. ADNOC). The narrative arc — Architecture → Physics → Service → Outcome — is designed for technical buying groups.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SAM4 Explainer Video — Shot List &amp; Storyboard</dc:title>
  <dc:subject>PptxGenJS Presentation</dc:subject>
  <dc:creator>Samotics</dc:creator>
  <cp:lastModifiedBy>Samotics</cp:lastModifiedBy>
  <cp:revision>1</cp:revision>
  <dcterms:created xsi:type="dcterms:W3CDTF">2026-02-22T05:32:02Z</dcterms:created>
  <dcterms:modified xsi:type="dcterms:W3CDTF">2026-02-22T05:32:02Z</dcterms:modified>
</cp:coreProperties>
</file>